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6f85ad84c_0_1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6f85ad84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7375674bd_1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7375674b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f85ad84c_0_1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f85ad84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6f85ad84c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6f85ad8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6f85ad84c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6f85ad84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6f85ad84c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6f85ad8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f85ad84c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6f85ad84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6f85ad84c_0_1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6f85ad84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6f85ad84c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6f85ad84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6f85ad84c_0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6f85ad84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375674bd_1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7375674b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Shalini Priya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E‑commerce Analytics Data Pipeline on GCP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 designed an end‑to‑end pipeline that turns raw CSV exports into clean fact/dimension tables ready for dashboards</a:t>
            </a:r>
            <a:endParaRPr i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From raw Kaggle CSVs to BI‑ready facts &amp; dimensions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1666"/>
              <a:buFont typeface="Arial"/>
              <a:buNone/>
            </a:pPr>
            <a:r>
              <a:t/>
            </a:r>
            <a:endParaRPr i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4705"/>
              <a:buFont typeface="Arial"/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392500" y="1506325"/>
            <a:ext cx="83484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Business questions we’re solving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Tech stack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medallion architecture on GCS + BigQuery,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Deep Dive into each layer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Dimensional  model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Airflow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Self service analytics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ct val="100000"/>
              <a:buFont typeface="Roboto"/>
              <a:buAutoNum type="arabicPeriod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Business Questions &amp; Requirements (Bottom Up Approach)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92500" y="1506325"/>
            <a:ext cx="83484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stakeholders need 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Which traffic sources generate the most engaged sessions?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Which browsers are mostly used?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does engagement differ by gender?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is the shipment status?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4705"/>
              <a:buFont typeface="Arial"/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2. Why This Stack?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Why Airflow + GCS + BigQuery?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2575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b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Airflow 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Orchestrate daily ETL with clear dependencies and retries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b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GCS + BigQuery 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Serverless, scalable storage and analytics with low operational overhead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b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BigQuery SQL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→ Familiar, high‑performance transformations without extra compute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b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Kaggle API (PythonOperator) 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Simple, flexible way to ingest CSVs into the pipeline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b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Visualization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→ M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etabase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2800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00" y="1251725"/>
            <a:ext cx="8199900" cy="37734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Bronze Layer (G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+ BigQuery -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Zone)</a:t>
            </a:r>
            <a:endParaRPr sz="28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AS is data extraction 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Ingestion (Airflow → GCS </a:t>
            </a: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→ BigQuery (temporary table</a:t>
            </a: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Fetch 7 Kaggle CSVs daily using an ingestion DAG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 them as-is in: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gs://bucket/raw/ingestion_date=YYYY-MM-DD/source=events/file.csv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Metadata Capture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source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ingestion_date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Useful for audits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625" y="594050"/>
            <a:ext cx="3659726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6515100" y="4200525"/>
            <a:ext cx="19887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BigQuery GCS Folders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Silver Layer (Cleaned Dataset)</a:t>
            </a:r>
            <a:endParaRPr sz="3400"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904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3904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Standardized data model ready for dimensional modeling.</a:t>
            </a:r>
            <a:endParaRPr sz="3904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4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6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1" sz="369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12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 Mono"/>
              <a:buChar char="-"/>
            </a:pPr>
            <a:r>
              <a:rPr lang="en" sz="3496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Load bronze files in</a:t>
            </a:r>
            <a:r>
              <a:rPr lang="en" sz="3496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to BigQuery silver tables: Partitioned by created_at date</a:t>
            </a:r>
            <a:endParaRPr sz="3496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496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4112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 Mono"/>
              <a:buChar char="-"/>
            </a:pPr>
            <a:r>
              <a:rPr lang="en" sz="3496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Perform certain transformations:</a:t>
            </a:r>
            <a:endParaRPr sz="3496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496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093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3296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Standardize datatypes (with respect to BigQuery)</a:t>
            </a:r>
            <a:br>
              <a:rPr lang="en" sz="3296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3296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0937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sz="3296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Deduplicate</a:t>
            </a:r>
            <a:br>
              <a:rPr lang="en" sz="3296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3296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236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2367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100" y="849625"/>
            <a:ext cx="263842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Layer (Analytics Ready Dataset)</a:t>
            </a:r>
            <a:endParaRPr sz="3400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4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904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build fact and dimension tables</a:t>
            </a:r>
            <a:endParaRPr sz="804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8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fact_events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row per user event.</a:t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8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fact_order_items</a:t>
            </a: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–</a:t>
            </a:r>
            <a: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one row per order item.</a:t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9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dim_users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9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dim_products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9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dim_date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9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dim_browser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9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dim_traffic_</a:t>
            </a: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shared 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across facts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950" y="1439200"/>
            <a:ext cx="2394349" cy="33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225" y="2426025"/>
            <a:ext cx="4980625" cy="25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 Model (Kimball)</a:t>
            </a:r>
            <a:endParaRPr sz="340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450" y="1068425"/>
            <a:ext cx="7318984" cy="377027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297025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4705"/>
              <a:buFont typeface="Arial"/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6. Airflow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219875" y="1197100"/>
            <a:ext cx="5506500" cy="2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2"/>
                </a:solidFill>
              </a:rPr>
              <a:t>Single DAG per pipeline, structured by medallion layer (extract → bronze → silver → gold → data quality)</a:t>
            </a:r>
            <a:endParaRPr sz="1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chemeClr val="dk2"/>
                </a:solidFill>
              </a:rPr>
              <a:t>TaskGroups</a:t>
            </a:r>
            <a:r>
              <a:rPr lang="en" sz="1000">
                <a:solidFill>
                  <a:schemeClr val="dk2"/>
                </a:solidFill>
              </a:rPr>
              <a:t> for each layer to keep the DAG clean and maintainable</a:t>
            </a:r>
            <a:endParaRPr sz="1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2"/>
                </a:solidFill>
              </a:rPr>
              <a:t>PythonOperator for Kaggle ingestion; BigQuery operators for SQL transforms</a:t>
            </a:r>
            <a:endParaRPr sz="1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2"/>
                </a:solidFill>
              </a:rPr>
              <a:t>ShortCircuitOperator to skip runs when no new data arrives</a:t>
            </a:r>
            <a:endParaRPr sz="1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chemeClr val="dk2"/>
                </a:solidFill>
              </a:rPr>
              <a:t>Config‑driven </a:t>
            </a:r>
            <a:r>
              <a:rPr lang="en" sz="1000">
                <a:solidFill>
                  <a:schemeClr val="dk2"/>
                </a:solidFill>
              </a:rPr>
              <a:t>tasks (YAML) so adding a new table is mostly configuration, not code changes.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3650" y="685800"/>
            <a:ext cx="3026125" cy="397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Architectural Improvements</a:t>
            </a:r>
            <a:endParaRPr sz="3400"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●"/>
            </a:pPr>
            <a: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Quality checks (Integrate Great Expectations etc)</a:t>
            </a:r>
            <a:b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●"/>
            </a:pPr>
            <a: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 registry </a:t>
            </a:r>
            <a:b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●"/>
            </a:pPr>
            <a: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Partition &amp; cluster strategy</a:t>
            </a:r>
            <a:b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●"/>
            </a:pPr>
            <a: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Handle late arriving data</a:t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4705"/>
              <a:buFont typeface="Arial"/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 8. Example Insights / Dashboard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297025" y="1145650"/>
            <a:ext cx="8125500" cy="3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00" y="1145650"/>
            <a:ext cx="6999849" cy="426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4705"/>
              <a:buFont typeface="Arial"/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 8. Demo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297025" y="1145650"/>
            <a:ext cx="8125500" cy="3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